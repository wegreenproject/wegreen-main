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4" r:id="rId5"/>
  </p:sldIdLst>
  <p:sldSz cx="6858000" cy="9144000" type="letter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" userDrawn="1">
          <p15:clr>
            <a:srgbClr val="A4A3A4"/>
          </p15:clr>
        </p15:guide>
        <p15:guide id="2" pos="346" userDrawn="1">
          <p15:clr>
            <a:srgbClr val="A4A3A4"/>
          </p15:clr>
        </p15:guide>
        <p15:guide id="3" pos="3974" userDrawn="1">
          <p15:clr>
            <a:srgbClr val="A4A3A4"/>
          </p15:clr>
        </p15:guide>
        <p15:guide id="4" orient="horz" pos="54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345D"/>
    <a:srgbClr val="6086C0"/>
    <a:srgbClr val="62C5EB"/>
    <a:srgbClr val="89CDB6"/>
    <a:srgbClr val="AFCF64"/>
    <a:srgbClr val="F9E865"/>
    <a:srgbClr val="FFB351"/>
    <a:srgbClr val="F96040"/>
    <a:srgbClr val="8CC63E"/>
    <a:srgbClr val="23B5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67716-681D-4BB4-83AB-C69BC0687DDD}" v="15" dt="2024-01-21T16:28:15.744"/>
    <p1510:client id="{59D0C955-A4E1-02A1-59B1-20A1EDCDA3A4}" v="4" dt="2024-01-22T08:58:00.925"/>
    <p1510:client id="{80E88E8F-24F1-41E9-AFEE-48563250967F}" v="10" dt="2024-01-21T16:18:11.1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69" autoAdjust="0"/>
    <p:restoredTop sz="96408" autoAdjust="0"/>
  </p:normalViewPr>
  <p:slideViewPr>
    <p:cSldViewPr snapToGrid="0">
      <p:cViewPr varScale="1">
        <p:scale>
          <a:sx n="95" d="100"/>
          <a:sy n="95" d="100"/>
        </p:scale>
        <p:origin x="3152" y="200"/>
      </p:cViewPr>
      <p:guideLst>
        <p:guide orient="horz" pos="340"/>
        <p:guide pos="346"/>
        <p:guide pos="3974"/>
        <p:guide orient="horz" pos="54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AD94976-02C5-48ED-BF14-E6D3F4EA2E92}" type="datetime1">
              <a:rPr lang="pt-PT" smtClean="0"/>
              <a:t>13/12/24</a:t>
            </a:fld>
            <a:endParaRPr lang="pt-PT" dirty="0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 dirty="0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79765F-C5E8-440D-BBDF-54042423C4A3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980498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 noProof="0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34AD8F9-3AC4-48E9-A8C2-F53511BADE5F}" type="datetime1">
              <a:rPr lang="pt-PT" noProof="0" smtClean="0"/>
              <a:t>13/12/24</a:t>
            </a:fld>
            <a:endParaRPr lang="pt-PT" noProof="0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PT" noProof="0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 noProof="0" dirty="0"/>
              <a:t>Editar estilos de texto do Modelo Global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 noProof="0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348FA0-32A4-4256-B963-F0BD500AA41A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679328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348FA0-32A4-4256-B963-F0BD500AA41A}" type="slidenum">
              <a:rPr lang="pt-PT" smtClean="0"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0219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2FC75-5174-48B2-B632-6BA0ADD61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rtlCol="0" anchor="b"/>
          <a:lstStyle>
            <a:lvl1pPr algn="ctr">
              <a:defRPr sz="3375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E7293-E449-46DD-A8FD-6AA17CC24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 rtlCol="0"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pPr rtl="0"/>
            <a:r>
              <a:rPr lang="pt-PT" noProof="0"/>
              <a:t>Clique para editar o estilo de subtítulo do Modelo Global</a:t>
            </a:r>
            <a:endParaRPr lang="pt-PT" noProof="0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27849D8-C4AC-4738-B8D3-48D8EA014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97D9F3-E8B7-4287-942A-24E03A9DF18C}" type="datetime1">
              <a:rPr lang="pt-PT" noProof="0" smtClean="0"/>
              <a:t>13/12/24</a:t>
            </a:fld>
            <a:endParaRPr lang="pt-PT" noProof="0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10686DA-195D-4CE7-9D30-84C1F00F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3DDC3AE-113A-471D-A621-7C2307AC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CD5153B-A88B-49C0-9DC6-81302951326B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16121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squema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 de Texto 5">
            <a:extLst>
              <a:ext uri="{FF2B5EF4-FFF2-40B4-BE49-F238E27FC236}">
                <a16:creationId xmlns:a16="http://schemas.microsoft.com/office/drawing/2014/main" id="{14FF8067-A5A8-42B1-A36B-7ED0A8732861}"/>
              </a:ext>
            </a:extLst>
          </p:cNvPr>
          <p:cNvSpPr txBox="1"/>
          <p:nvPr userDrawn="1"/>
        </p:nvSpPr>
        <p:spPr>
          <a:xfrm>
            <a:off x="461350" y="3575049"/>
            <a:ext cx="2497734" cy="98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Ação</a:t>
            </a:r>
            <a:r>
              <a:rPr lang="pt-PT" sz="1400" b="1" noProof="0" dirty="0">
                <a:solidFill>
                  <a:srgbClr val="14345D"/>
                </a:solidFill>
              </a:rPr>
              <a:t>:</a:t>
            </a:r>
            <a:endParaRPr lang="pt-PT" sz="1400" i="1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Áudio:</a:t>
            </a:r>
            <a:endParaRPr lang="pt-PT" sz="1400" i="1" spc="-20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Câmara:</a:t>
            </a:r>
            <a:endParaRPr lang="pt-PT" sz="1400" i="1" spc="-20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Suporte:</a:t>
            </a:r>
            <a:endParaRPr lang="pt-PT" sz="1400" i="1" spc="-20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EE53BA1-F2F0-481D-ACF8-09581BDADB02}"/>
              </a:ext>
            </a:extLst>
          </p:cNvPr>
          <p:cNvSpPr/>
          <p:nvPr userDrawn="1"/>
        </p:nvSpPr>
        <p:spPr>
          <a:xfrm>
            <a:off x="6020474" y="8702881"/>
            <a:ext cx="447158" cy="307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fld id="{BCD5153B-A88B-49C0-9DC6-81302951326B}" type="slidenum">
              <a:rPr lang="pt-PT" sz="1200" noProof="0" smtClean="0">
                <a:solidFill>
                  <a:srgbClr val="14345D"/>
                </a:solidFill>
              </a:rPr>
              <a:pPr algn="ctr" rtl="0"/>
              <a:t>‹nº›</a:t>
            </a:fld>
            <a:endParaRPr lang="pt-PT" sz="1200" noProof="0" dirty="0">
              <a:solidFill>
                <a:srgbClr val="14345D"/>
              </a:solidFill>
            </a:endParaRPr>
          </a:p>
        </p:txBody>
      </p:sp>
      <p:cxnSp>
        <p:nvCxnSpPr>
          <p:cNvPr id="45" name="Conexão Reta 44">
            <a:extLst>
              <a:ext uri="{FF2B5EF4-FFF2-40B4-BE49-F238E27FC236}">
                <a16:creationId xmlns:a16="http://schemas.microsoft.com/office/drawing/2014/main" id="{9883E9D4-DA16-4057-A4F2-4046E1AE6FCA}"/>
              </a:ext>
            </a:extLst>
          </p:cNvPr>
          <p:cNvCxnSpPr>
            <a:cxnSpLocks/>
          </p:cNvCxnSpPr>
          <p:nvPr userDrawn="1"/>
        </p:nvCxnSpPr>
        <p:spPr>
          <a:xfrm>
            <a:off x="549275" y="1047999"/>
            <a:ext cx="575945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ítulo 1">
            <a:extLst>
              <a:ext uri="{FF2B5EF4-FFF2-40B4-BE49-F238E27FC236}">
                <a16:creationId xmlns:a16="http://schemas.microsoft.com/office/drawing/2014/main" id="{A2D1F453-A5B3-43AF-B106-FCF237D20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349" y="722313"/>
            <a:ext cx="3017520" cy="247085"/>
          </a:xfrm>
        </p:spPr>
        <p:txBody>
          <a:bodyPr rtlCol="0"/>
          <a:lstStyle>
            <a:lvl1pPr>
              <a:defRPr lang="en-US" sz="1800" b="1" kern="1200" dirty="0" smtClean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0"/>
            <a:r>
              <a:rPr lang="pt-PT" noProof="0" dirty="0"/>
              <a:t>Título do Filme</a:t>
            </a:r>
          </a:p>
        </p:txBody>
      </p:sp>
      <p:sp>
        <p:nvSpPr>
          <p:cNvPr id="49" name="Título 3">
            <a:extLst>
              <a:ext uri="{FF2B5EF4-FFF2-40B4-BE49-F238E27FC236}">
                <a16:creationId xmlns:a16="http://schemas.microsoft.com/office/drawing/2014/main" id="{19F1D91B-87A2-4062-AB59-DD8696A6B9F6}"/>
              </a:ext>
            </a:extLst>
          </p:cNvPr>
          <p:cNvSpPr txBox="1">
            <a:spLocks/>
          </p:cNvSpPr>
          <p:nvPr userDrawn="1"/>
        </p:nvSpPr>
        <p:spPr>
          <a:xfrm>
            <a:off x="461349" y="447030"/>
            <a:ext cx="3108325" cy="523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>
              <a:lnSpc>
                <a:spcPct val="100000"/>
              </a:lnSpc>
            </a:pPr>
            <a:r>
              <a:rPr lang="pt-PT" sz="1600" noProof="0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Guião:</a:t>
            </a:r>
            <a:br>
              <a:rPr lang="pt-PT" sz="1400" noProof="0" dirty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pt-PT" sz="2000" b="1" noProof="0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Título 3">
            <a:extLst>
              <a:ext uri="{FF2B5EF4-FFF2-40B4-BE49-F238E27FC236}">
                <a16:creationId xmlns:a16="http://schemas.microsoft.com/office/drawing/2014/main" id="{E30E6AFA-018C-41C9-84CC-BC01C2F087BE}"/>
              </a:ext>
            </a:extLst>
          </p:cNvPr>
          <p:cNvSpPr txBox="1">
            <a:spLocks/>
          </p:cNvSpPr>
          <p:nvPr userDrawn="1"/>
        </p:nvSpPr>
        <p:spPr>
          <a:xfrm>
            <a:off x="3527795" y="447030"/>
            <a:ext cx="3108325" cy="5231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>
              <a:lnSpc>
                <a:spcPct val="100000"/>
              </a:lnSpc>
            </a:pPr>
            <a:r>
              <a:rPr lang="pt-PT" sz="1400" noProof="0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Cena:</a:t>
            </a:r>
            <a:br>
              <a:rPr lang="pt-PT" sz="1400" noProof="0" dirty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pt-PT" sz="1800" b="1" noProof="0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56727BCD-FFB9-4F7C-B166-8DFF448B81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27794" y="722313"/>
            <a:ext cx="3108325" cy="24765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28588" lvl="0" indent="-128588" rtl="0">
              <a:spcBef>
                <a:spcPct val="0"/>
              </a:spcBef>
            </a:pPr>
            <a:r>
              <a:rPr lang="pt-PT" noProof="0" dirty="0"/>
              <a:t>Número da Cena</a:t>
            </a:r>
          </a:p>
        </p:txBody>
      </p:sp>
      <p:sp>
        <p:nvSpPr>
          <p:cNvPr id="52" name="Marcador de Posição da Imagem 52">
            <a:extLst>
              <a:ext uri="{FF2B5EF4-FFF2-40B4-BE49-F238E27FC236}">
                <a16:creationId xmlns:a16="http://schemas.microsoft.com/office/drawing/2014/main" id="{48C6F7E2-3FED-477E-A00E-80F6441FD6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71536" y="1569801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Plano</a:t>
            </a:r>
          </a:p>
        </p:txBody>
      </p:sp>
      <p:sp>
        <p:nvSpPr>
          <p:cNvPr id="53" name="Marcador de Posição do Texto 79">
            <a:extLst>
              <a:ext uri="{FF2B5EF4-FFF2-40B4-BE49-F238E27FC236}">
                <a16:creationId xmlns:a16="http://schemas.microsoft.com/office/drawing/2014/main" id="{0E72F31E-C8BA-4283-A745-B980F5BF0FE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71776" y="1190247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#</a:t>
            </a:r>
          </a:p>
        </p:txBody>
      </p:sp>
      <p:sp>
        <p:nvSpPr>
          <p:cNvPr id="54" name="Marcador de Posição do Texto 81">
            <a:extLst>
              <a:ext uri="{FF2B5EF4-FFF2-40B4-BE49-F238E27FC236}">
                <a16:creationId xmlns:a16="http://schemas.microsoft.com/office/drawing/2014/main" id="{6FA70002-E106-4814-80D9-9B16C47D16A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8489" y="1190247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 rtl="0"/>
            <a:r>
              <a:rPr lang="pt-PT" noProof="0" dirty="0"/>
              <a:t>Plano</a:t>
            </a:r>
          </a:p>
        </p:txBody>
      </p:sp>
      <p:sp>
        <p:nvSpPr>
          <p:cNvPr id="55" name="Marcador de Posição da Imagem 52">
            <a:extLst>
              <a:ext uri="{FF2B5EF4-FFF2-40B4-BE49-F238E27FC236}">
                <a16:creationId xmlns:a16="http://schemas.microsoft.com/office/drawing/2014/main" id="{DA974C86-489F-44D2-B2E4-F025BBC5F274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591860" y="1581580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Plano</a:t>
            </a:r>
          </a:p>
        </p:txBody>
      </p:sp>
      <p:sp>
        <p:nvSpPr>
          <p:cNvPr id="56" name="Marcador de Posição do Texto 79">
            <a:extLst>
              <a:ext uri="{FF2B5EF4-FFF2-40B4-BE49-F238E27FC236}">
                <a16:creationId xmlns:a16="http://schemas.microsoft.com/office/drawing/2014/main" id="{4F866A5A-6650-4ADF-994F-0651F91384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592100" y="1202026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#</a:t>
            </a:r>
          </a:p>
        </p:txBody>
      </p:sp>
      <p:sp>
        <p:nvSpPr>
          <p:cNvPr id="57" name="Marcador de Posição do Texto 81">
            <a:extLst>
              <a:ext uri="{FF2B5EF4-FFF2-40B4-BE49-F238E27FC236}">
                <a16:creationId xmlns:a16="http://schemas.microsoft.com/office/drawing/2014/main" id="{B8B08313-1651-4123-A6B4-C19864969C8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958813" y="1202026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 rtl="0"/>
            <a:r>
              <a:rPr lang="pt-PT" noProof="0" dirty="0"/>
              <a:t>Plano</a:t>
            </a:r>
          </a:p>
        </p:txBody>
      </p:sp>
      <p:sp>
        <p:nvSpPr>
          <p:cNvPr id="58" name="Marcador de Posição da Imagem 52">
            <a:extLst>
              <a:ext uri="{FF2B5EF4-FFF2-40B4-BE49-F238E27FC236}">
                <a16:creationId xmlns:a16="http://schemas.microsoft.com/office/drawing/2014/main" id="{45913BDC-7814-4D71-8955-13D3F6D9D8B9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599557" y="5265470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Plano</a:t>
            </a:r>
          </a:p>
        </p:txBody>
      </p:sp>
      <p:sp>
        <p:nvSpPr>
          <p:cNvPr id="59" name="Marcador de Posição do Texto 79">
            <a:extLst>
              <a:ext uri="{FF2B5EF4-FFF2-40B4-BE49-F238E27FC236}">
                <a16:creationId xmlns:a16="http://schemas.microsoft.com/office/drawing/2014/main" id="{A71822FD-F73A-428E-AA87-453B680E866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599797" y="4885916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#</a:t>
            </a:r>
          </a:p>
        </p:txBody>
      </p:sp>
      <p:sp>
        <p:nvSpPr>
          <p:cNvPr id="60" name="Marcador de Posição do Texto 81">
            <a:extLst>
              <a:ext uri="{FF2B5EF4-FFF2-40B4-BE49-F238E27FC236}">
                <a16:creationId xmlns:a16="http://schemas.microsoft.com/office/drawing/2014/main" id="{E1F7FF42-0096-42FC-AA68-F637169D4F4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966510" y="4885916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 rtl="0"/>
            <a:r>
              <a:rPr lang="pt-PT" noProof="0" dirty="0"/>
              <a:t>Plano</a:t>
            </a:r>
          </a:p>
        </p:txBody>
      </p:sp>
      <p:sp>
        <p:nvSpPr>
          <p:cNvPr id="61" name="Marcador de Posição da Imagem 52">
            <a:extLst>
              <a:ext uri="{FF2B5EF4-FFF2-40B4-BE49-F238E27FC236}">
                <a16:creationId xmlns:a16="http://schemas.microsoft.com/office/drawing/2014/main" id="{112F1158-97A5-4F95-99EE-03657290F97A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49928" y="5265470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Plano</a:t>
            </a:r>
          </a:p>
        </p:txBody>
      </p:sp>
      <p:sp>
        <p:nvSpPr>
          <p:cNvPr id="62" name="Marcador de Posição do Texto 79">
            <a:extLst>
              <a:ext uri="{FF2B5EF4-FFF2-40B4-BE49-F238E27FC236}">
                <a16:creationId xmlns:a16="http://schemas.microsoft.com/office/drawing/2014/main" id="{DE40488A-2568-4536-9F25-746C79133E7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50168" y="4885916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#</a:t>
            </a:r>
          </a:p>
        </p:txBody>
      </p:sp>
      <p:sp>
        <p:nvSpPr>
          <p:cNvPr id="63" name="Marcador de Posição do Texto 81">
            <a:extLst>
              <a:ext uri="{FF2B5EF4-FFF2-40B4-BE49-F238E27FC236}">
                <a16:creationId xmlns:a16="http://schemas.microsoft.com/office/drawing/2014/main" id="{6463348B-93D6-4CBD-88DA-3F72049D278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16881" y="4885916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 rtl="0"/>
            <a:r>
              <a:rPr lang="pt-PT" noProof="0" dirty="0"/>
              <a:t>Plano</a:t>
            </a:r>
          </a:p>
        </p:txBody>
      </p:sp>
      <p:cxnSp>
        <p:nvCxnSpPr>
          <p:cNvPr id="108" name="Conexão Reta 107">
            <a:extLst>
              <a:ext uri="{FF2B5EF4-FFF2-40B4-BE49-F238E27FC236}">
                <a16:creationId xmlns:a16="http://schemas.microsoft.com/office/drawing/2014/main" id="{BEEAB7C6-8C31-41C2-870B-BE92B468E4C8}"/>
              </a:ext>
            </a:extLst>
          </p:cNvPr>
          <p:cNvCxnSpPr>
            <a:cxnSpLocks/>
          </p:cNvCxnSpPr>
          <p:nvPr userDrawn="1"/>
        </p:nvCxnSpPr>
        <p:spPr>
          <a:xfrm>
            <a:off x="1099457" y="3785915"/>
            <a:ext cx="193866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xão Reta 108">
            <a:extLst>
              <a:ext uri="{FF2B5EF4-FFF2-40B4-BE49-F238E27FC236}">
                <a16:creationId xmlns:a16="http://schemas.microsoft.com/office/drawing/2014/main" id="{784C6E59-C003-47DF-A96F-694532A3E92A}"/>
              </a:ext>
            </a:extLst>
          </p:cNvPr>
          <p:cNvCxnSpPr>
            <a:cxnSpLocks/>
          </p:cNvCxnSpPr>
          <p:nvPr userDrawn="1"/>
        </p:nvCxnSpPr>
        <p:spPr>
          <a:xfrm>
            <a:off x="1186543" y="3995565"/>
            <a:ext cx="1850258" cy="28804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xão Reta 109">
            <a:extLst>
              <a:ext uri="{FF2B5EF4-FFF2-40B4-BE49-F238E27FC236}">
                <a16:creationId xmlns:a16="http://schemas.microsoft.com/office/drawing/2014/main" id="{F95096B7-51F2-47C6-AB86-B0C2BFD4DCBF}"/>
              </a:ext>
            </a:extLst>
          </p:cNvPr>
          <p:cNvCxnSpPr>
            <a:cxnSpLocks/>
          </p:cNvCxnSpPr>
          <p:nvPr userDrawn="1"/>
        </p:nvCxnSpPr>
        <p:spPr>
          <a:xfrm>
            <a:off x="1296257" y="4257714"/>
            <a:ext cx="175320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xão Reta 110">
            <a:extLst>
              <a:ext uri="{FF2B5EF4-FFF2-40B4-BE49-F238E27FC236}">
                <a16:creationId xmlns:a16="http://schemas.microsoft.com/office/drawing/2014/main" id="{7E8969C8-6073-4417-8DBB-2F4C5A2BD884}"/>
              </a:ext>
            </a:extLst>
          </p:cNvPr>
          <p:cNvCxnSpPr>
            <a:cxnSpLocks/>
          </p:cNvCxnSpPr>
          <p:nvPr userDrawn="1"/>
        </p:nvCxnSpPr>
        <p:spPr>
          <a:xfrm>
            <a:off x="1328057" y="4482207"/>
            <a:ext cx="175943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xão Reta 111">
            <a:extLst>
              <a:ext uri="{FF2B5EF4-FFF2-40B4-BE49-F238E27FC236}">
                <a16:creationId xmlns:a16="http://schemas.microsoft.com/office/drawing/2014/main" id="{6ADF7430-C0BE-4870-866A-559061E82B81}"/>
              </a:ext>
            </a:extLst>
          </p:cNvPr>
          <p:cNvCxnSpPr>
            <a:cxnSpLocks/>
          </p:cNvCxnSpPr>
          <p:nvPr userDrawn="1"/>
        </p:nvCxnSpPr>
        <p:spPr>
          <a:xfrm>
            <a:off x="647114" y="4671194"/>
            <a:ext cx="2311138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o da Ação">
            <a:extLst>
              <a:ext uri="{FF2B5EF4-FFF2-40B4-BE49-F238E27FC236}">
                <a16:creationId xmlns:a16="http://schemas.microsoft.com/office/drawing/2014/main" id="{F1B15F07-CC5B-4BA1-A6AE-A1504A021ED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31100" y="3608278"/>
            <a:ext cx="2240280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a sua Ação Aqui</a:t>
            </a:r>
          </a:p>
        </p:txBody>
      </p:sp>
      <p:sp>
        <p:nvSpPr>
          <p:cNvPr id="115" name="Áudio">
            <a:extLst>
              <a:ext uri="{FF2B5EF4-FFF2-40B4-BE49-F238E27FC236}">
                <a16:creationId xmlns:a16="http://schemas.microsoft.com/office/drawing/2014/main" id="{DA229F25-003A-448C-A6AF-9A24FBC6B2A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19236" y="3836576"/>
            <a:ext cx="2151426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o seu Áudio Aqui</a:t>
            </a:r>
          </a:p>
        </p:txBody>
      </p:sp>
      <p:sp>
        <p:nvSpPr>
          <p:cNvPr id="116" name="Câmara">
            <a:extLst>
              <a:ext uri="{FF2B5EF4-FFF2-40B4-BE49-F238E27FC236}">
                <a16:creationId xmlns:a16="http://schemas.microsoft.com/office/drawing/2014/main" id="{67B3242B-D1E0-4730-8918-82A4C10ECAD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03057" y="4070970"/>
            <a:ext cx="2067606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a sua Câmara Aqui</a:t>
            </a:r>
          </a:p>
        </p:txBody>
      </p:sp>
      <p:sp>
        <p:nvSpPr>
          <p:cNvPr id="117" name="Suporte">
            <a:extLst>
              <a:ext uri="{FF2B5EF4-FFF2-40B4-BE49-F238E27FC236}">
                <a16:creationId xmlns:a16="http://schemas.microsoft.com/office/drawing/2014/main" id="{9CCC4A49-FED8-408D-837F-22A498D46DE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13633" y="4299268"/>
            <a:ext cx="2048256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o Suporte Aqui</a:t>
            </a:r>
          </a:p>
        </p:txBody>
      </p:sp>
      <p:sp>
        <p:nvSpPr>
          <p:cNvPr id="118" name="Suporte2">
            <a:extLst>
              <a:ext uri="{FF2B5EF4-FFF2-40B4-BE49-F238E27FC236}">
                <a16:creationId xmlns:a16="http://schemas.microsoft.com/office/drawing/2014/main" id="{16C374AD-7CE3-44EF-887C-D816806DE0C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6521" y="4493214"/>
            <a:ext cx="2713289" cy="203046"/>
          </a:xfrm>
        </p:spPr>
        <p:txBody>
          <a:bodyPr wrap="square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o seu Suporte Aqui</a:t>
            </a:r>
          </a:p>
        </p:txBody>
      </p:sp>
      <p:sp>
        <p:nvSpPr>
          <p:cNvPr id="125" name="Caixa de Texto 124">
            <a:extLst>
              <a:ext uri="{FF2B5EF4-FFF2-40B4-BE49-F238E27FC236}">
                <a16:creationId xmlns:a16="http://schemas.microsoft.com/office/drawing/2014/main" id="{3C6A13D4-2B2A-42A6-A157-18C8C682EFF1}"/>
              </a:ext>
            </a:extLst>
          </p:cNvPr>
          <p:cNvSpPr txBox="1"/>
          <p:nvPr userDrawn="1"/>
        </p:nvSpPr>
        <p:spPr>
          <a:xfrm>
            <a:off x="3593183" y="3605623"/>
            <a:ext cx="2497734" cy="98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Ação</a:t>
            </a:r>
            <a:r>
              <a:rPr lang="pt-PT" sz="1400" b="1" noProof="0" dirty="0">
                <a:solidFill>
                  <a:srgbClr val="14345D"/>
                </a:solidFill>
              </a:rPr>
              <a:t>:</a:t>
            </a:r>
            <a:endParaRPr lang="pt-PT" sz="1400" i="1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Áudio:</a:t>
            </a:r>
            <a:endParaRPr lang="pt-PT" sz="1400" i="1" spc="-20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Câmara:</a:t>
            </a:r>
            <a:endParaRPr lang="pt-PT" sz="1400" i="1" spc="-20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Suporte:</a:t>
            </a:r>
            <a:endParaRPr lang="pt-PT" sz="1400" i="1" spc="-20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26" name="Conexão Reta 125">
            <a:extLst>
              <a:ext uri="{FF2B5EF4-FFF2-40B4-BE49-F238E27FC236}">
                <a16:creationId xmlns:a16="http://schemas.microsoft.com/office/drawing/2014/main" id="{5C74C644-4769-406C-9FA5-2F3FD77EF22D}"/>
              </a:ext>
            </a:extLst>
          </p:cNvPr>
          <p:cNvCxnSpPr>
            <a:cxnSpLocks/>
          </p:cNvCxnSpPr>
          <p:nvPr userDrawn="1"/>
        </p:nvCxnSpPr>
        <p:spPr>
          <a:xfrm>
            <a:off x="4234543" y="3816489"/>
            <a:ext cx="194040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xão Reta 126">
            <a:extLst>
              <a:ext uri="{FF2B5EF4-FFF2-40B4-BE49-F238E27FC236}">
                <a16:creationId xmlns:a16="http://schemas.microsoft.com/office/drawing/2014/main" id="{79553600-C914-4A21-982F-7E7A8724ED05}"/>
              </a:ext>
            </a:extLst>
          </p:cNvPr>
          <p:cNvCxnSpPr>
            <a:cxnSpLocks/>
          </p:cNvCxnSpPr>
          <p:nvPr userDrawn="1"/>
        </p:nvCxnSpPr>
        <p:spPr>
          <a:xfrm>
            <a:off x="4299858" y="4054943"/>
            <a:ext cx="187200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xão Reta 127">
            <a:extLst>
              <a:ext uri="{FF2B5EF4-FFF2-40B4-BE49-F238E27FC236}">
                <a16:creationId xmlns:a16="http://schemas.microsoft.com/office/drawing/2014/main" id="{5057055D-0F46-4D90-8938-693044ED91F9}"/>
              </a:ext>
            </a:extLst>
          </p:cNvPr>
          <p:cNvCxnSpPr>
            <a:cxnSpLocks/>
          </p:cNvCxnSpPr>
          <p:nvPr userDrawn="1"/>
        </p:nvCxnSpPr>
        <p:spPr>
          <a:xfrm>
            <a:off x="4434852" y="4288288"/>
            <a:ext cx="175320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xão Reta 128">
            <a:extLst>
              <a:ext uri="{FF2B5EF4-FFF2-40B4-BE49-F238E27FC236}">
                <a16:creationId xmlns:a16="http://schemas.microsoft.com/office/drawing/2014/main" id="{EB9CC637-9E72-4932-AC8C-7179031DC566}"/>
              </a:ext>
            </a:extLst>
          </p:cNvPr>
          <p:cNvCxnSpPr>
            <a:cxnSpLocks/>
          </p:cNvCxnSpPr>
          <p:nvPr userDrawn="1"/>
        </p:nvCxnSpPr>
        <p:spPr>
          <a:xfrm>
            <a:off x="4463144" y="4512781"/>
            <a:ext cx="176040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xão Reta 129">
            <a:extLst>
              <a:ext uri="{FF2B5EF4-FFF2-40B4-BE49-F238E27FC236}">
                <a16:creationId xmlns:a16="http://schemas.microsoft.com/office/drawing/2014/main" id="{0212DA3F-3D9B-417C-AD85-BC24A3DF0C80}"/>
              </a:ext>
            </a:extLst>
          </p:cNvPr>
          <p:cNvCxnSpPr>
            <a:cxnSpLocks/>
          </p:cNvCxnSpPr>
          <p:nvPr userDrawn="1"/>
        </p:nvCxnSpPr>
        <p:spPr>
          <a:xfrm>
            <a:off x="3778947" y="4701768"/>
            <a:ext cx="2311138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o da Ação">
            <a:extLst>
              <a:ext uri="{FF2B5EF4-FFF2-40B4-BE49-F238E27FC236}">
                <a16:creationId xmlns:a16="http://schemas.microsoft.com/office/drawing/2014/main" id="{DC4D6F69-3549-4BDE-B731-091205DBF880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162933" y="3638852"/>
            <a:ext cx="2240280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a sua Ação Aqui</a:t>
            </a:r>
          </a:p>
        </p:txBody>
      </p:sp>
      <p:sp>
        <p:nvSpPr>
          <p:cNvPr id="132" name="Áudio">
            <a:extLst>
              <a:ext uri="{FF2B5EF4-FFF2-40B4-BE49-F238E27FC236}">
                <a16:creationId xmlns:a16="http://schemas.microsoft.com/office/drawing/2014/main" id="{3756DCD3-FD29-4557-97FE-710DE7FCDCA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251069" y="3867150"/>
            <a:ext cx="2151426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o seu Áudio Aqui</a:t>
            </a:r>
          </a:p>
        </p:txBody>
      </p:sp>
      <p:sp>
        <p:nvSpPr>
          <p:cNvPr id="133" name="Câmara">
            <a:extLst>
              <a:ext uri="{FF2B5EF4-FFF2-40B4-BE49-F238E27FC236}">
                <a16:creationId xmlns:a16="http://schemas.microsoft.com/office/drawing/2014/main" id="{A662C519-3FDE-4011-BBE6-E2EC260F950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334890" y="4101544"/>
            <a:ext cx="2067606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a sua Câmara Aqui</a:t>
            </a:r>
          </a:p>
        </p:txBody>
      </p:sp>
      <p:sp>
        <p:nvSpPr>
          <p:cNvPr id="134" name="Suporte">
            <a:extLst>
              <a:ext uri="{FF2B5EF4-FFF2-40B4-BE49-F238E27FC236}">
                <a16:creationId xmlns:a16="http://schemas.microsoft.com/office/drawing/2014/main" id="{AF486E53-F3A0-4CC0-A85D-2950A4EB8E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356483" y="4329842"/>
            <a:ext cx="2048256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o Suporte Aqui</a:t>
            </a:r>
          </a:p>
        </p:txBody>
      </p:sp>
      <p:sp>
        <p:nvSpPr>
          <p:cNvPr id="135" name="Suporte2">
            <a:extLst>
              <a:ext uri="{FF2B5EF4-FFF2-40B4-BE49-F238E27FC236}">
                <a16:creationId xmlns:a16="http://schemas.microsoft.com/office/drawing/2014/main" id="{98B0053D-4495-4930-B86E-16820DC8588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98354" y="4523788"/>
            <a:ext cx="2713289" cy="203046"/>
          </a:xfrm>
        </p:spPr>
        <p:txBody>
          <a:bodyPr wrap="square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o seu Suporte Aqui</a:t>
            </a:r>
          </a:p>
        </p:txBody>
      </p:sp>
      <p:sp>
        <p:nvSpPr>
          <p:cNvPr id="136" name="Caixa de Texto 135">
            <a:extLst>
              <a:ext uri="{FF2B5EF4-FFF2-40B4-BE49-F238E27FC236}">
                <a16:creationId xmlns:a16="http://schemas.microsoft.com/office/drawing/2014/main" id="{6BE7AD75-61AF-4135-913A-EF0677BCC220}"/>
              </a:ext>
            </a:extLst>
          </p:cNvPr>
          <p:cNvSpPr txBox="1"/>
          <p:nvPr userDrawn="1"/>
        </p:nvSpPr>
        <p:spPr>
          <a:xfrm>
            <a:off x="496809" y="7300476"/>
            <a:ext cx="2497734" cy="98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Ação</a:t>
            </a:r>
            <a:r>
              <a:rPr lang="pt-PT" sz="1400" b="1" noProof="0" dirty="0">
                <a:solidFill>
                  <a:srgbClr val="14345D"/>
                </a:solidFill>
              </a:rPr>
              <a:t>:</a:t>
            </a:r>
            <a:endParaRPr lang="pt-PT" sz="1400" i="1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Áudio:</a:t>
            </a:r>
            <a:endParaRPr lang="pt-PT" sz="1400" i="1" spc="-20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Câmara:</a:t>
            </a:r>
            <a:endParaRPr lang="pt-PT" sz="1400" i="1" spc="-20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Suporte:</a:t>
            </a:r>
            <a:endParaRPr lang="pt-PT" sz="1400" i="1" spc="-20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37" name="Conexão Reta 136">
            <a:extLst>
              <a:ext uri="{FF2B5EF4-FFF2-40B4-BE49-F238E27FC236}">
                <a16:creationId xmlns:a16="http://schemas.microsoft.com/office/drawing/2014/main" id="{61579B1A-551F-4564-A35B-B206D8981DFB}"/>
              </a:ext>
            </a:extLst>
          </p:cNvPr>
          <p:cNvCxnSpPr>
            <a:cxnSpLocks/>
          </p:cNvCxnSpPr>
          <p:nvPr userDrawn="1"/>
        </p:nvCxnSpPr>
        <p:spPr>
          <a:xfrm>
            <a:off x="1132115" y="7511342"/>
            <a:ext cx="194040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exão Reta 137">
            <a:extLst>
              <a:ext uri="{FF2B5EF4-FFF2-40B4-BE49-F238E27FC236}">
                <a16:creationId xmlns:a16="http://schemas.microsoft.com/office/drawing/2014/main" id="{EDEBF7C6-339D-4820-BA99-0309699F9160}"/>
              </a:ext>
            </a:extLst>
          </p:cNvPr>
          <p:cNvCxnSpPr>
            <a:cxnSpLocks/>
          </p:cNvCxnSpPr>
          <p:nvPr userDrawn="1"/>
        </p:nvCxnSpPr>
        <p:spPr>
          <a:xfrm>
            <a:off x="1194908" y="7749796"/>
            <a:ext cx="187200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xão Reta 138">
            <a:extLst>
              <a:ext uri="{FF2B5EF4-FFF2-40B4-BE49-F238E27FC236}">
                <a16:creationId xmlns:a16="http://schemas.microsoft.com/office/drawing/2014/main" id="{02954C2F-BDA7-44C2-87F5-C00F4C6E9D29}"/>
              </a:ext>
            </a:extLst>
          </p:cNvPr>
          <p:cNvCxnSpPr>
            <a:cxnSpLocks/>
          </p:cNvCxnSpPr>
          <p:nvPr userDrawn="1"/>
        </p:nvCxnSpPr>
        <p:spPr>
          <a:xfrm>
            <a:off x="1328914" y="7983141"/>
            <a:ext cx="175320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xão Reta 139">
            <a:extLst>
              <a:ext uri="{FF2B5EF4-FFF2-40B4-BE49-F238E27FC236}">
                <a16:creationId xmlns:a16="http://schemas.microsoft.com/office/drawing/2014/main" id="{F90201B1-9D4B-43B4-ACA8-6A81FAE4D01A}"/>
              </a:ext>
            </a:extLst>
          </p:cNvPr>
          <p:cNvCxnSpPr>
            <a:cxnSpLocks/>
          </p:cNvCxnSpPr>
          <p:nvPr userDrawn="1"/>
        </p:nvCxnSpPr>
        <p:spPr>
          <a:xfrm>
            <a:off x="1360715" y="8207634"/>
            <a:ext cx="176040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xão Reta 140">
            <a:extLst>
              <a:ext uri="{FF2B5EF4-FFF2-40B4-BE49-F238E27FC236}">
                <a16:creationId xmlns:a16="http://schemas.microsoft.com/office/drawing/2014/main" id="{278D760F-C193-4214-A63C-F8465622BD4F}"/>
              </a:ext>
            </a:extLst>
          </p:cNvPr>
          <p:cNvCxnSpPr>
            <a:cxnSpLocks/>
          </p:cNvCxnSpPr>
          <p:nvPr userDrawn="1"/>
        </p:nvCxnSpPr>
        <p:spPr>
          <a:xfrm>
            <a:off x="682573" y="8396621"/>
            <a:ext cx="2311138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o da Ação">
            <a:extLst>
              <a:ext uri="{FF2B5EF4-FFF2-40B4-BE49-F238E27FC236}">
                <a16:creationId xmlns:a16="http://schemas.microsoft.com/office/drawing/2014/main" id="{6CB4300D-9E64-4739-B975-1F3FE0363CD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066559" y="7333705"/>
            <a:ext cx="2240280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a sua Ação Aqui</a:t>
            </a:r>
          </a:p>
        </p:txBody>
      </p:sp>
      <p:sp>
        <p:nvSpPr>
          <p:cNvPr id="143" name="Áudio">
            <a:extLst>
              <a:ext uri="{FF2B5EF4-FFF2-40B4-BE49-F238E27FC236}">
                <a16:creationId xmlns:a16="http://schemas.microsoft.com/office/drawing/2014/main" id="{3F680BCF-E284-4FFB-95FA-F7755A633C2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154695" y="7562003"/>
            <a:ext cx="2151426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o seu Áudio Aqui</a:t>
            </a:r>
          </a:p>
        </p:txBody>
      </p:sp>
      <p:sp>
        <p:nvSpPr>
          <p:cNvPr id="144" name="Câmara">
            <a:extLst>
              <a:ext uri="{FF2B5EF4-FFF2-40B4-BE49-F238E27FC236}">
                <a16:creationId xmlns:a16="http://schemas.microsoft.com/office/drawing/2014/main" id="{73016D1D-74C3-4684-9182-6CBD02EEFE5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238516" y="7796397"/>
            <a:ext cx="2067606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a sua Câmara Aqui</a:t>
            </a:r>
          </a:p>
        </p:txBody>
      </p:sp>
      <p:sp>
        <p:nvSpPr>
          <p:cNvPr id="145" name="Suporte">
            <a:extLst>
              <a:ext uri="{FF2B5EF4-FFF2-40B4-BE49-F238E27FC236}">
                <a16:creationId xmlns:a16="http://schemas.microsoft.com/office/drawing/2014/main" id="{BDC7A925-2134-41C5-8069-DAC52B641A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60109" y="8024695"/>
            <a:ext cx="2048256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o Suporte Aqui</a:t>
            </a:r>
          </a:p>
        </p:txBody>
      </p:sp>
      <p:sp>
        <p:nvSpPr>
          <p:cNvPr id="146" name="Suporte2">
            <a:extLst>
              <a:ext uri="{FF2B5EF4-FFF2-40B4-BE49-F238E27FC236}">
                <a16:creationId xmlns:a16="http://schemas.microsoft.com/office/drawing/2014/main" id="{8ED04F78-83D6-4D42-B318-350FD607BCF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601980" y="8218641"/>
            <a:ext cx="2713289" cy="203046"/>
          </a:xfrm>
        </p:spPr>
        <p:txBody>
          <a:bodyPr wrap="square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o seu Suporte Aqui</a:t>
            </a:r>
          </a:p>
        </p:txBody>
      </p:sp>
      <p:sp>
        <p:nvSpPr>
          <p:cNvPr id="147" name="Caixa de Texto 146">
            <a:extLst>
              <a:ext uri="{FF2B5EF4-FFF2-40B4-BE49-F238E27FC236}">
                <a16:creationId xmlns:a16="http://schemas.microsoft.com/office/drawing/2014/main" id="{F0435651-AA19-45A8-81DA-147CDCC9A9B7}"/>
              </a:ext>
            </a:extLst>
          </p:cNvPr>
          <p:cNvSpPr txBox="1"/>
          <p:nvPr userDrawn="1"/>
        </p:nvSpPr>
        <p:spPr>
          <a:xfrm>
            <a:off x="3591860" y="7300476"/>
            <a:ext cx="2497734" cy="98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Ação</a:t>
            </a:r>
            <a:r>
              <a:rPr lang="pt-PT" sz="1400" b="1" noProof="0" dirty="0">
                <a:solidFill>
                  <a:srgbClr val="14345D"/>
                </a:solidFill>
              </a:rPr>
              <a:t>:</a:t>
            </a:r>
            <a:endParaRPr lang="pt-PT" sz="1400" i="1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Áudio:</a:t>
            </a:r>
            <a:endParaRPr lang="pt-PT" sz="1400" i="1" spc="-20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Câmara:</a:t>
            </a:r>
            <a:endParaRPr lang="pt-PT" sz="1400" i="1" spc="-20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Suporte:</a:t>
            </a:r>
            <a:endParaRPr lang="pt-PT" sz="1400" i="1" spc="-20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48" name="Conexão Reta 147">
            <a:extLst>
              <a:ext uri="{FF2B5EF4-FFF2-40B4-BE49-F238E27FC236}">
                <a16:creationId xmlns:a16="http://schemas.microsoft.com/office/drawing/2014/main" id="{0D3AA12F-42A2-4B01-BCDB-5537A2B5A7A2}"/>
              </a:ext>
            </a:extLst>
          </p:cNvPr>
          <p:cNvCxnSpPr>
            <a:cxnSpLocks/>
          </p:cNvCxnSpPr>
          <p:nvPr userDrawn="1"/>
        </p:nvCxnSpPr>
        <p:spPr>
          <a:xfrm>
            <a:off x="4234542" y="7511342"/>
            <a:ext cx="194040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xão Reta 148">
            <a:extLst>
              <a:ext uri="{FF2B5EF4-FFF2-40B4-BE49-F238E27FC236}">
                <a16:creationId xmlns:a16="http://schemas.microsoft.com/office/drawing/2014/main" id="{B947BB46-EC3E-4663-8F82-4917A1A5FA83}"/>
              </a:ext>
            </a:extLst>
          </p:cNvPr>
          <p:cNvCxnSpPr>
            <a:cxnSpLocks/>
          </p:cNvCxnSpPr>
          <p:nvPr userDrawn="1"/>
        </p:nvCxnSpPr>
        <p:spPr>
          <a:xfrm>
            <a:off x="4300845" y="7749796"/>
            <a:ext cx="187200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xão Reta 149">
            <a:extLst>
              <a:ext uri="{FF2B5EF4-FFF2-40B4-BE49-F238E27FC236}">
                <a16:creationId xmlns:a16="http://schemas.microsoft.com/office/drawing/2014/main" id="{CA0C4F43-E985-4924-BFE3-95AE54582CFD}"/>
              </a:ext>
            </a:extLst>
          </p:cNvPr>
          <p:cNvCxnSpPr>
            <a:cxnSpLocks/>
          </p:cNvCxnSpPr>
          <p:nvPr userDrawn="1"/>
        </p:nvCxnSpPr>
        <p:spPr>
          <a:xfrm flipV="1">
            <a:off x="4430486" y="7983142"/>
            <a:ext cx="1754571" cy="17858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xão Reta 150">
            <a:extLst>
              <a:ext uri="{FF2B5EF4-FFF2-40B4-BE49-F238E27FC236}">
                <a16:creationId xmlns:a16="http://schemas.microsoft.com/office/drawing/2014/main" id="{F2D1CD15-6621-4FC3-B3FD-BE27239EFEA5}"/>
              </a:ext>
            </a:extLst>
          </p:cNvPr>
          <p:cNvCxnSpPr>
            <a:cxnSpLocks/>
          </p:cNvCxnSpPr>
          <p:nvPr userDrawn="1"/>
        </p:nvCxnSpPr>
        <p:spPr>
          <a:xfrm>
            <a:off x="4463144" y="8207634"/>
            <a:ext cx="176040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xão Reta 151">
            <a:extLst>
              <a:ext uri="{FF2B5EF4-FFF2-40B4-BE49-F238E27FC236}">
                <a16:creationId xmlns:a16="http://schemas.microsoft.com/office/drawing/2014/main" id="{67969D2A-8E4D-47B1-907B-49E6E1C92E93}"/>
              </a:ext>
            </a:extLst>
          </p:cNvPr>
          <p:cNvCxnSpPr>
            <a:cxnSpLocks/>
          </p:cNvCxnSpPr>
          <p:nvPr userDrawn="1"/>
        </p:nvCxnSpPr>
        <p:spPr>
          <a:xfrm>
            <a:off x="3777624" y="8396621"/>
            <a:ext cx="2311138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o da Ação">
            <a:extLst>
              <a:ext uri="{FF2B5EF4-FFF2-40B4-BE49-F238E27FC236}">
                <a16:creationId xmlns:a16="http://schemas.microsoft.com/office/drawing/2014/main" id="{4DCC5A95-3366-4E03-B0DB-C63AEAB6A731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161610" y="7333705"/>
            <a:ext cx="2240280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a sua Ação Aqui</a:t>
            </a:r>
          </a:p>
        </p:txBody>
      </p:sp>
      <p:sp>
        <p:nvSpPr>
          <p:cNvPr id="154" name="Áudio">
            <a:extLst>
              <a:ext uri="{FF2B5EF4-FFF2-40B4-BE49-F238E27FC236}">
                <a16:creationId xmlns:a16="http://schemas.microsoft.com/office/drawing/2014/main" id="{87CEF7C5-C32D-414F-90DD-AAA171DCFAF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249746" y="7562003"/>
            <a:ext cx="2151426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o seu Áudio Aqui</a:t>
            </a:r>
          </a:p>
        </p:txBody>
      </p:sp>
      <p:sp>
        <p:nvSpPr>
          <p:cNvPr id="155" name="Câmara">
            <a:extLst>
              <a:ext uri="{FF2B5EF4-FFF2-40B4-BE49-F238E27FC236}">
                <a16:creationId xmlns:a16="http://schemas.microsoft.com/office/drawing/2014/main" id="{22184A42-54AB-49AA-9899-7E93BAD3D74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333567" y="7796397"/>
            <a:ext cx="2067606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a sua Câmara Aqui</a:t>
            </a:r>
          </a:p>
        </p:txBody>
      </p:sp>
      <p:sp>
        <p:nvSpPr>
          <p:cNvPr id="156" name="Suporte">
            <a:extLst>
              <a:ext uri="{FF2B5EF4-FFF2-40B4-BE49-F238E27FC236}">
                <a16:creationId xmlns:a16="http://schemas.microsoft.com/office/drawing/2014/main" id="{BE367BDC-A93F-4C93-9C9C-D78DE292B32F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355160" y="8024695"/>
            <a:ext cx="2048256" cy="184493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o Suporte Aqui</a:t>
            </a:r>
          </a:p>
        </p:txBody>
      </p:sp>
      <p:sp>
        <p:nvSpPr>
          <p:cNvPr id="157" name="Suporte2">
            <a:extLst>
              <a:ext uri="{FF2B5EF4-FFF2-40B4-BE49-F238E27FC236}">
                <a16:creationId xmlns:a16="http://schemas.microsoft.com/office/drawing/2014/main" id="{6A406D58-4726-483F-839C-E85E3407D97F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697031" y="8218641"/>
            <a:ext cx="2713289" cy="203046"/>
          </a:xfrm>
        </p:spPr>
        <p:txBody>
          <a:bodyPr wrap="square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 rtl="0"/>
            <a:r>
              <a:rPr lang="pt-PT" noProof="0" dirty="0"/>
              <a:t>Descreva o seu Suporte Aqui</a:t>
            </a:r>
          </a:p>
        </p:txBody>
      </p:sp>
    </p:spTree>
    <p:extLst>
      <p:ext uri="{BB962C8B-B14F-4D97-AF65-F5344CB8AC3E}">
        <p14:creationId xmlns:p14="http://schemas.microsoft.com/office/powerpoint/2010/main" val="248831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F92AF-6DFD-47C6-8352-E82BD82B1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349" y="722313"/>
            <a:ext cx="3017520" cy="247085"/>
          </a:xfrm>
        </p:spPr>
        <p:txBody>
          <a:bodyPr rtlCol="0"/>
          <a:lstStyle>
            <a:lvl1pPr>
              <a:defRPr lang="en-US" sz="1800" b="1" kern="1200" dirty="0" smtClean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0"/>
            <a:r>
              <a:rPr lang="pt-PT" noProof="0" dirty="0"/>
              <a:t>Título do Projeto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8B2FE19-5D95-42F2-A952-8C10FD9C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20473" y="8696970"/>
            <a:ext cx="447158" cy="307576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200" i="1" smtClean="0">
                <a:solidFill>
                  <a:srgbClr val="14345D"/>
                </a:solidFill>
              </a:defRPr>
            </a:lvl1pPr>
          </a:lstStyle>
          <a:p>
            <a:pPr algn="ctr" rtl="0"/>
            <a:fld id="{BCD5153B-A88B-49C0-9DC6-81302951326B}" type="slidenum">
              <a:rPr lang="pt-PT" noProof="0" smtClean="0"/>
              <a:pPr algn="ctr" rtl="0"/>
              <a:t>‹nº›</a:t>
            </a:fld>
            <a:endParaRPr lang="pt-PT" noProof="0" dirty="0"/>
          </a:p>
        </p:txBody>
      </p:sp>
      <p:sp>
        <p:nvSpPr>
          <p:cNvPr id="9" name="Título 3">
            <a:extLst>
              <a:ext uri="{FF2B5EF4-FFF2-40B4-BE49-F238E27FC236}">
                <a16:creationId xmlns:a16="http://schemas.microsoft.com/office/drawing/2014/main" id="{0DD8EA44-B2AA-488E-A03D-3B38D5D086E9}"/>
              </a:ext>
            </a:extLst>
          </p:cNvPr>
          <p:cNvSpPr txBox="1">
            <a:spLocks/>
          </p:cNvSpPr>
          <p:nvPr userDrawn="1"/>
        </p:nvSpPr>
        <p:spPr>
          <a:xfrm>
            <a:off x="461349" y="447030"/>
            <a:ext cx="3108325" cy="523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>
              <a:lnSpc>
                <a:spcPct val="100000"/>
              </a:lnSpc>
            </a:pPr>
            <a:r>
              <a:rPr lang="pt-PT" sz="1600" noProof="0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Guião:</a:t>
            </a:r>
            <a:br>
              <a:rPr lang="pt-PT" sz="1400" noProof="0" dirty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pt-PT" sz="2000" b="1" noProof="0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7" name="Conexão Reta 26" hidden="1">
            <a:extLst>
              <a:ext uri="{FF2B5EF4-FFF2-40B4-BE49-F238E27FC236}">
                <a16:creationId xmlns:a16="http://schemas.microsoft.com/office/drawing/2014/main" id="{BB383619-CD51-4918-9403-113F1BDEBD23}"/>
              </a:ext>
            </a:extLst>
          </p:cNvPr>
          <p:cNvCxnSpPr>
            <a:cxnSpLocks/>
          </p:cNvCxnSpPr>
          <p:nvPr userDrawn="1"/>
        </p:nvCxnSpPr>
        <p:spPr>
          <a:xfrm>
            <a:off x="4559986" y="4314050"/>
            <a:ext cx="174873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xão Reta 28" hidden="1">
            <a:extLst>
              <a:ext uri="{FF2B5EF4-FFF2-40B4-BE49-F238E27FC236}">
                <a16:creationId xmlns:a16="http://schemas.microsoft.com/office/drawing/2014/main" id="{CA05C0C0-35DA-4A14-8C50-99A8F2D7A54E}"/>
              </a:ext>
            </a:extLst>
          </p:cNvPr>
          <p:cNvCxnSpPr>
            <a:cxnSpLocks/>
          </p:cNvCxnSpPr>
          <p:nvPr userDrawn="1"/>
        </p:nvCxnSpPr>
        <p:spPr>
          <a:xfrm>
            <a:off x="4162571" y="4726256"/>
            <a:ext cx="214615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xão Reta 29" hidden="1">
            <a:extLst>
              <a:ext uri="{FF2B5EF4-FFF2-40B4-BE49-F238E27FC236}">
                <a16:creationId xmlns:a16="http://schemas.microsoft.com/office/drawing/2014/main" id="{76A1B6DD-7BF8-44B2-A251-1166604B286C}"/>
              </a:ext>
            </a:extLst>
          </p:cNvPr>
          <p:cNvCxnSpPr>
            <a:cxnSpLocks/>
          </p:cNvCxnSpPr>
          <p:nvPr userDrawn="1"/>
        </p:nvCxnSpPr>
        <p:spPr>
          <a:xfrm>
            <a:off x="4153381" y="4964710"/>
            <a:ext cx="215534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30" hidden="1">
            <a:extLst>
              <a:ext uri="{FF2B5EF4-FFF2-40B4-BE49-F238E27FC236}">
                <a16:creationId xmlns:a16="http://schemas.microsoft.com/office/drawing/2014/main" id="{E64D2174-1387-44A3-8EE8-527290CF4FF0}"/>
              </a:ext>
            </a:extLst>
          </p:cNvPr>
          <p:cNvCxnSpPr>
            <a:cxnSpLocks/>
          </p:cNvCxnSpPr>
          <p:nvPr userDrawn="1"/>
        </p:nvCxnSpPr>
        <p:spPr>
          <a:xfrm>
            <a:off x="4276502" y="5198055"/>
            <a:ext cx="2032223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xão Reta 31" hidden="1">
            <a:extLst>
              <a:ext uri="{FF2B5EF4-FFF2-40B4-BE49-F238E27FC236}">
                <a16:creationId xmlns:a16="http://schemas.microsoft.com/office/drawing/2014/main" id="{EFEEEB69-3807-4ED0-B7BF-36CEDC50259F}"/>
              </a:ext>
            </a:extLst>
          </p:cNvPr>
          <p:cNvCxnSpPr>
            <a:cxnSpLocks/>
          </p:cNvCxnSpPr>
          <p:nvPr userDrawn="1"/>
        </p:nvCxnSpPr>
        <p:spPr>
          <a:xfrm>
            <a:off x="4505110" y="5422548"/>
            <a:ext cx="1803615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xão Reta 46">
            <a:extLst>
              <a:ext uri="{FF2B5EF4-FFF2-40B4-BE49-F238E27FC236}">
                <a16:creationId xmlns:a16="http://schemas.microsoft.com/office/drawing/2014/main" id="{DDE353EA-6BB8-4C19-8454-21B95AC6313F}"/>
              </a:ext>
            </a:extLst>
          </p:cNvPr>
          <p:cNvCxnSpPr>
            <a:cxnSpLocks/>
          </p:cNvCxnSpPr>
          <p:nvPr userDrawn="1"/>
        </p:nvCxnSpPr>
        <p:spPr>
          <a:xfrm>
            <a:off x="549275" y="1081865"/>
            <a:ext cx="575945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ítulo 3">
            <a:extLst>
              <a:ext uri="{FF2B5EF4-FFF2-40B4-BE49-F238E27FC236}">
                <a16:creationId xmlns:a16="http://schemas.microsoft.com/office/drawing/2014/main" id="{D09B3EAD-D0AA-47E0-8D3B-606A640CD0C3}"/>
              </a:ext>
            </a:extLst>
          </p:cNvPr>
          <p:cNvSpPr txBox="1">
            <a:spLocks/>
          </p:cNvSpPr>
          <p:nvPr userDrawn="1"/>
        </p:nvSpPr>
        <p:spPr>
          <a:xfrm>
            <a:off x="3527795" y="447030"/>
            <a:ext cx="3108325" cy="5231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>
              <a:lnSpc>
                <a:spcPct val="100000"/>
              </a:lnSpc>
            </a:pPr>
            <a:r>
              <a:rPr lang="pt-PT" sz="1400" noProof="0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Momento:</a:t>
            </a:r>
            <a:br>
              <a:rPr lang="pt-PT" sz="1400" noProof="0" dirty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pt-PT" sz="1800" b="1" noProof="0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CB22AE60-20EC-4F10-B4F8-96ACEE5F4C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27794" y="722313"/>
            <a:ext cx="3108325" cy="24765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28588" lvl="0" indent="-128588" rtl="0">
              <a:spcBef>
                <a:spcPct val="0"/>
              </a:spcBef>
            </a:pPr>
            <a:r>
              <a:rPr lang="pt-PT" noProof="0" dirty="0"/>
              <a:t>De X’ a Y’</a:t>
            </a:r>
          </a:p>
        </p:txBody>
      </p:sp>
      <p:sp>
        <p:nvSpPr>
          <p:cNvPr id="53" name="Marcador de Posição da Imagem 52">
            <a:extLst>
              <a:ext uri="{FF2B5EF4-FFF2-40B4-BE49-F238E27FC236}">
                <a16:creationId xmlns:a16="http://schemas.microsoft.com/office/drawing/2014/main" id="{E2FE218E-60E0-4054-BD4B-F587C0284E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2387" y="6710768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Plano</a:t>
            </a:r>
          </a:p>
        </p:txBody>
      </p:sp>
      <p:sp>
        <p:nvSpPr>
          <p:cNvPr id="54" name="Marcador de Posição da Imagem 52">
            <a:extLst>
              <a:ext uri="{FF2B5EF4-FFF2-40B4-BE49-F238E27FC236}">
                <a16:creationId xmlns:a16="http://schemas.microsoft.com/office/drawing/2014/main" id="{E7E75596-57AE-46FC-8068-DEA1A8F222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9275" y="4183611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Plano</a:t>
            </a:r>
          </a:p>
        </p:txBody>
      </p:sp>
      <p:sp>
        <p:nvSpPr>
          <p:cNvPr id="55" name="Marcador de Posição da Imagem 52">
            <a:extLst>
              <a:ext uri="{FF2B5EF4-FFF2-40B4-BE49-F238E27FC236}">
                <a16:creationId xmlns:a16="http://schemas.microsoft.com/office/drawing/2014/main" id="{4144F291-5EE2-476F-8344-134BADB8272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61735" y="1660667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Plano</a:t>
            </a:r>
          </a:p>
        </p:txBody>
      </p:sp>
      <p:sp>
        <p:nvSpPr>
          <p:cNvPr id="80" name="Marcador de Posição do Texto 79">
            <a:extLst>
              <a:ext uri="{FF2B5EF4-FFF2-40B4-BE49-F238E27FC236}">
                <a16:creationId xmlns:a16="http://schemas.microsoft.com/office/drawing/2014/main" id="{E52C1041-C978-4988-9C1D-2C55F22BE12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61975" y="1281113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#</a:t>
            </a:r>
          </a:p>
        </p:txBody>
      </p:sp>
      <p:sp>
        <p:nvSpPr>
          <p:cNvPr id="82" name="Marcador de Posição do Texto 81">
            <a:extLst>
              <a:ext uri="{FF2B5EF4-FFF2-40B4-BE49-F238E27FC236}">
                <a16:creationId xmlns:a16="http://schemas.microsoft.com/office/drawing/2014/main" id="{62AD7949-3B4D-470A-BD51-41D17ACADA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28688" y="1281113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 rtl="0"/>
            <a:r>
              <a:rPr lang="pt-PT" noProof="0" dirty="0"/>
              <a:t>Plano</a:t>
            </a:r>
          </a:p>
        </p:txBody>
      </p:sp>
      <p:sp>
        <p:nvSpPr>
          <p:cNvPr id="83" name="Marcador de Posição do Texto 79">
            <a:extLst>
              <a:ext uri="{FF2B5EF4-FFF2-40B4-BE49-F238E27FC236}">
                <a16:creationId xmlns:a16="http://schemas.microsoft.com/office/drawing/2014/main" id="{0131C613-41F6-4039-A85F-80047A20A27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61975" y="3808961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#</a:t>
            </a:r>
          </a:p>
        </p:txBody>
      </p:sp>
      <p:sp>
        <p:nvSpPr>
          <p:cNvPr id="84" name="Marcador de Posição do Texto 81">
            <a:extLst>
              <a:ext uri="{FF2B5EF4-FFF2-40B4-BE49-F238E27FC236}">
                <a16:creationId xmlns:a16="http://schemas.microsoft.com/office/drawing/2014/main" id="{D65A02A1-3502-4BAC-B00F-EF6099C0CE7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28688" y="3808961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 rtl="0"/>
            <a:r>
              <a:rPr lang="pt-PT" noProof="0" dirty="0"/>
              <a:t>Plano</a:t>
            </a:r>
          </a:p>
        </p:txBody>
      </p:sp>
      <p:sp>
        <p:nvSpPr>
          <p:cNvPr id="85" name="Marcador de Posição do Texto 79">
            <a:extLst>
              <a:ext uri="{FF2B5EF4-FFF2-40B4-BE49-F238E27FC236}">
                <a16:creationId xmlns:a16="http://schemas.microsoft.com/office/drawing/2014/main" id="{C0D8F76C-D373-4CF6-B8B0-65D7B6BB8F7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49275" y="6331905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 rtl="0"/>
            <a:r>
              <a:rPr lang="pt-PT" noProof="0" dirty="0"/>
              <a:t>#</a:t>
            </a:r>
          </a:p>
        </p:txBody>
      </p:sp>
      <p:sp>
        <p:nvSpPr>
          <p:cNvPr id="86" name="Marcador de Posição do Texto 81">
            <a:extLst>
              <a:ext uri="{FF2B5EF4-FFF2-40B4-BE49-F238E27FC236}">
                <a16:creationId xmlns:a16="http://schemas.microsoft.com/office/drawing/2014/main" id="{DF45051B-D4C2-4AF2-8431-CCA0B29D8B2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15988" y="6331905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 rtl="0"/>
            <a:r>
              <a:rPr lang="pt-PT" noProof="0" dirty="0"/>
              <a:t>Plano</a:t>
            </a:r>
          </a:p>
        </p:txBody>
      </p:sp>
    </p:spTree>
    <p:extLst>
      <p:ext uri="{BB962C8B-B14F-4D97-AF65-F5344CB8AC3E}">
        <p14:creationId xmlns:p14="http://schemas.microsoft.com/office/powerpoint/2010/main" val="3439174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C47706BE-BACE-4E66-BE5F-1A426D61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PT" noProof="0" dirty="0"/>
              <a:t>Clique para editar o estilo do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8DB1796-A545-42AB-AF18-8F0BB54D3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PT" noProof="0" dirty="0"/>
              <a:t>Editar estilos de texto do Modelo Global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7F297EE-51DA-4824-899F-488F347C5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66705FE-9577-4CEE-BC8F-8371FC991C86}" type="datetime1">
              <a:rPr lang="pt-PT" noProof="0" smtClean="0"/>
              <a:t>13/12/24</a:t>
            </a:fld>
            <a:endParaRPr lang="pt-PT" noProof="0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5F94C3C-0E77-4AC8-A5BB-B79F455F4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PT" noProof="0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6B0ACA-9EEB-47D3-A53C-9872374F2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CD5153B-A88B-49C0-9DC6-81302951326B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91172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4845B-A258-4593-98CA-E4E520C43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pt-PT" dirty="0">
                <a:latin typeface="Tahoma"/>
                <a:ea typeface="Tahoma"/>
                <a:cs typeface="Tahoma"/>
              </a:rPr>
              <a:t>Projeto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EEAA37B-6F94-425C-AFAF-758FD9546F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>
            <a:normAutofit fontScale="77500" lnSpcReduction="20000"/>
          </a:bodyPr>
          <a:lstStyle/>
          <a:p>
            <a:pPr rtl="0"/>
            <a:r>
              <a:rPr lang="pt-PT" dirty="0">
                <a:latin typeface="Tahoma"/>
                <a:ea typeface="Tahoma"/>
                <a:cs typeface="Tahoma"/>
              </a:rPr>
              <a:t>Minuto </a:t>
            </a:r>
            <a:r>
              <a:rPr lang="pt-PT">
                <a:latin typeface="Tahoma"/>
                <a:ea typeface="Tahoma"/>
                <a:cs typeface="Tahoma"/>
              </a:rPr>
              <a:t>0</a:t>
            </a:r>
            <a:r>
              <a:rPr lang="pt-PT" dirty="0">
                <a:latin typeface="Tahoma"/>
                <a:ea typeface="Tahoma"/>
                <a:cs typeface="Tahoma"/>
              </a:rPr>
              <a:t>’ até </a:t>
            </a:r>
            <a:r>
              <a:rPr lang="pt-PT">
                <a:latin typeface="Tahoma"/>
                <a:ea typeface="Tahoma"/>
                <a:cs typeface="Tahoma"/>
              </a:rPr>
              <a:t>3</a:t>
            </a:r>
            <a:r>
              <a:rPr lang="pt-PT" dirty="0">
                <a:latin typeface="Tahoma"/>
                <a:ea typeface="Tahoma"/>
                <a:cs typeface="Tahoma"/>
              </a:rPr>
              <a:t>’</a:t>
            </a:r>
          </a:p>
        </p:txBody>
      </p:sp>
      <p:sp>
        <p:nvSpPr>
          <p:cNvPr id="14" name="Marcador de Posição do Texto 13">
            <a:extLst>
              <a:ext uri="{FF2B5EF4-FFF2-40B4-BE49-F238E27FC236}">
                <a16:creationId xmlns:a16="http://schemas.microsoft.com/office/drawing/2014/main" id="{A3DFA688-5211-4CA4-99A5-9643EC2A39C0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15" name="Marcador de Posição do Texto 14">
            <a:extLst>
              <a:ext uri="{FF2B5EF4-FFF2-40B4-BE49-F238E27FC236}">
                <a16:creationId xmlns:a16="http://schemas.microsoft.com/office/drawing/2014/main" id="{8B11F29F-3893-4ACD-913F-14F77075FA0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 rtlCol="0"/>
          <a:lstStyle/>
          <a:p>
            <a:pPr rtl="0"/>
            <a:r>
              <a:rPr lang="pt-PT" dirty="0"/>
              <a:t>1</a:t>
            </a:r>
          </a:p>
        </p:txBody>
      </p:sp>
      <p:sp>
        <p:nvSpPr>
          <p:cNvPr id="16" name="Marcador de Posição do Texto 15">
            <a:extLst>
              <a:ext uri="{FF2B5EF4-FFF2-40B4-BE49-F238E27FC236}">
                <a16:creationId xmlns:a16="http://schemas.microsoft.com/office/drawing/2014/main" id="{3277DF79-BEB7-4A2B-B2D3-D131921B23B4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17" name="Marcador de Posição do Texto 16">
            <a:extLst>
              <a:ext uri="{FF2B5EF4-FFF2-40B4-BE49-F238E27FC236}">
                <a16:creationId xmlns:a16="http://schemas.microsoft.com/office/drawing/2014/main" id="{3F3D04E4-A361-4D63-B717-5B0D7C6EF33F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 rtlCol="0"/>
          <a:lstStyle/>
          <a:p>
            <a:pPr rtl="0"/>
            <a:r>
              <a:rPr lang="pt-PT" dirty="0"/>
              <a:t>2</a:t>
            </a:r>
          </a:p>
        </p:txBody>
      </p:sp>
      <p:sp>
        <p:nvSpPr>
          <p:cNvPr id="18" name="Marcador de Posição do Texto 17">
            <a:extLst>
              <a:ext uri="{FF2B5EF4-FFF2-40B4-BE49-F238E27FC236}">
                <a16:creationId xmlns:a16="http://schemas.microsoft.com/office/drawing/2014/main" id="{6CE2AF7D-D842-4C1C-BE66-87B8D9EA61B4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19" name="Marcador de Posição do Texto 18">
            <a:extLst>
              <a:ext uri="{FF2B5EF4-FFF2-40B4-BE49-F238E27FC236}">
                <a16:creationId xmlns:a16="http://schemas.microsoft.com/office/drawing/2014/main" id="{12B855C6-6E49-43F6-A0FA-661F05814627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 rtlCol="0"/>
          <a:lstStyle/>
          <a:p>
            <a:pPr rtl="0"/>
            <a:r>
              <a:rPr lang="pt-PT" dirty="0"/>
              <a:t>3</a:t>
            </a:r>
          </a:p>
        </p:txBody>
      </p:sp>
      <p:sp>
        <p:nvSpPr>
          <p:cNvPr id="40" name="Caixa De Texto 9">
            <a:extLst>
              <a:ext uri="{FF2B5EF4-FFF2-40B4-BE49-F238E27FC236}">
                <a16:creationId xmlns:a16="http://schemas.microsoft.com/office/drawing/2014/main" id="{6FCBB2A2-CAF9-B147-9B91-0B59CD8B6C86}"/>
              </a:ext>
            </a:extLst>
          </p:cNvPr>
          <p:cNvSpPr txBox="1"/>
          <p:nvPr/>
        </p:nvSpPr>
        <p:spPr>
          <a:xfrm>
            <a:off x="3527794" y="1655763"/>
            <a:ext cx="2891385" cy="1198790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/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Descrição:</a:t>
            </a:r>
            <a:endParaRPr lang="pt-PT" sz="800" noProof="0" dirty="0"/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pt-PT" sz="800" dirty="0" err="1"/>
              <a:t>Lorem</a:t>
            </a:r>
            <a:r>
              <a:rPr lang="pt-PT" sz="800" dirty="0"/>
              <a:t> </a:t>
            </a:r>
            <a:r>
              <a:rPr lang="pt-PT" sz="800" dirty="0" err="1"/>
              <a:t>Ipsum</a:t>
            </a:r>
            <a:endParaRPr lang="pt-PT" sz="800" i="1" noProof="0" dirty="0"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Ação: </a:t>
            </a:r>
            <a:endParaRPr lang="pt-PT" sz="1400" i="1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pt-PT" sz="800" dirty="0" err="1"/>
              <a:t>Lorem</a:t>
            </a:r>
            <a:r>
              <a:rPr lang="pt-PT" sz="800" dirty="0"/>
              <a:t> </a:t>
            </a:r>
            <a:r>
              <a:rPr lang="pt-PT" sz="800" dirty="0" err="1"/>
              <a:t>Ipsum</a:t>
            </a:r>
            <a:endParaRPr lang="pt-PT" sz="800" i="1" noProof="0" dirty="0"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Suporte: </a:t>
            </a:r>
            <a:r>
              <a:rPr lang="pt-PT" sz="1400" i="1" spc="-20" noProof="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pt-PT" sz="800" dirty="0" err="1"/>
              <a:t>Lorem</a:t>
            </a:r>
            <a:r>
              <a:rPr lang="pt-PT" sz="800" dirty="0"/>
              <a:t> </a:t>
            </a:r>
            <a:r>
              <a:rPr lang="pt-PT" sz="800" dirty="0" err="1"/>
              <a:t>Ipsum</a:t>
            </a:r>
            <a:endParaRPr lang="pt-PT" sz="800" i="1" noProof="0" dirty="0">
              <a:latin typeface="+mj-lt"/>
            </a:endParaRPr>
          </a:p>
        </p:txBody>
      </p:sp>
      <p:sp>
        <p:nvSpPr>
          <p:cNvPr id="41" name="Caixa De Texto 9">
            <a:extLst>
              <a:ext uri="{FF2B5EF4-FFF2-40B4-BE49-F238E27FC236}">
                <a16:creationId xmlns:a16="http://schemas.microsoft.com/office/drawing/2014/main" id="{EA18F545-73BA-2041-BD2D-DE39B4FF9EE8}"/>
              </a:ext>
            </a:extLst>
          </p:cNvPr>
          <p:cNvSpPr txBox="1"/>
          <p:nvPr/>
        </p:nvSpPr>
        <p:spPr>
          <a:xfrm>
            <a:off x="3527794" y="4183611"/>
            <a:ext cx="2891385" cy="145886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Descrição:</a:t>
            </a:r>
            <a:b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pt-PT" sz="800" dirty="0" err="1"/>
              <a:t>Lorem</a:t>
            </a:r>
            <a:r>
              <a:rPr lang="pt-PT" sz="800" dirty="0"/>
              <a:t> </a:t>
            </a:r>
            <a:r>
              <a:rPr lang="pt-PT" sz="800" dirty="0" err="1"/>
              <a:t>Ipsum</a:t>
            </a:r>
            <a:endParaRPr lang="pt-PT" sz="800" i="1" noProof="0" dirty="0"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endParaRPr lang="pt-PT" sz="800" i="1" noProof="0" dirty="0">
              <a:latin typeface="+mj-lt"/>
            </a:endParaRPr>
          </a:p>
          <a:p>
            <a:pPr rtl="0">
              <a:lnSpc>
                <a:spcPct val="90000"/>
              </a:lnSpc>
              <a:spcBef>
                <a:spcPts val="300"/>
              </a:spcBef>
            </a:pPr>
            <a:r>
              <a:rPr lang="pt-PT" sz="1400" b="1" noProof="0" dirty="0">
                <a:solidFill>
                  <a:schemeClr val="accent1">
                    <a:lumMod val="50000"/>
                  </a:schemeClr>
                </a:solidFill>
              </a:rPr>
              <a:t>Ação: </a:t>
            </a:r>
            <a:endParaRPr lang="pt-PT" sz="1400" i="1" noProof="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pt-PT" sz="800" dirty="0" err="1"/>
              <a:t>Lorem</a:t>
            </a:r>
            <a:r>
              <a:rPr lang="pt-PT" sz="800" dirty="0"/>
              <a:t> </a:t>
            </a:r>
            <a:r>
              <a:rPr lang="pt-PT" sz="800" dirty="0" err="1"/>
              <a:t>Ipsum</a:t>
            </a:r>
            <a:endParaRPr lang="pt-PT" sz="800" i="1" noProof="0" dirty="0"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pt-PT" sz="80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Suporte: </a:t>
            </a:r>
            <a:r>
              <a:rPr kumimoji="0" lang="pt-PT" sz="1400" b="0" i="1" u="none" strike="noStrike" kern="1200" cap="none" spc="-2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pt-PT" sz="800" dirty="0" err="1"/>
              <a:t>Lorem</a:t>
            </a:r>
            <a:r>
              <a:rPr lang="pt-PT" sz="800" dirty="0"/>
              <a:t> </a:t>
            </a:r>
            <a:r>
              <a:rPr lang="pt-PT" sz="800" dirty="0" err="1"/>
              <a:t>Ipsum</a:t>
            </a:r>
            <a:endParaRPr lang="pt-PT" sz="800" i="1" noProof="0" dirty="0">
              <a:latin typeface="+mj-lt"/>
            </a:endParaRPr>
          </a:p>
        </p:txBody>
      </p:sp>
      <p:sp>
        <p:nvSpPr>
          <p:cNvPr id="42" name="Caixa De Texto 9">
            <a:extLst>
              <a:ext uri="{FF2B5EF4-FFF2-40B4-BE49-F238E27FC236}">
                <a16:creationId xmlns:a16="http://schemas.microsoft.com/office/drawing/2014/main" id="{5A70F39E-41D4-FD4C-B006-1A1BD192064A}"/>
              </a:ext>
            </a:extLst>
          </p:cNvPr>
          <p:cNvSpPr txBox="1"/>
          <p:nvPr/>
        </p:nvSpPr>
        <p:spPr>
          <a:xfrm>
            <a:off x="3527793" y="6701160"/>
            <a:ext cx="2891385" cy="145886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Descrição:</a:t>
            </a:r>
            <a:b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lang="pt-PT" sz="800" dirty="0" err="1"/>
              <a:t>Lorem</a:t>
            </a:r>
            <a:r>
              <a:rPr lang="pt-PT" sz="800" dirty="0"/>
              <a:t> </a:t>
            </a:r>
            <a:r>
              <a:rPr lang="pt-PT" sz="800" dirty="0" err="1"/>
              <a:t>Ipsum</a:t>
            </a:r>
            <a:endParaRPr lang="pt-PT" sz="800" i="1" noProof="0" dirty="0"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Ação: </a:t>
            </a:r>
            <a:endParaRPr kumimoji="0" lang="pt-PT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pt-PT" sz="800" dirty="0" err="1"/>
              <a:t>Lorem</a:t>
            </a:r>
            <a:r>
              <a:rPr lang="pt-PT" sz="800" dirty="0"/>
              <a:t> </a:t>
            </a:r>
            <a:r>
              <a:rPr lang="pt-PT" sz="800" dirty="0" err="1"/>
              <a:t>Ipsum</a:t>
            </a:r>
            <a:endParaRPr lang="pt-PT" sz="800" i="1" noProof="0" dirty="0"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Suporte: </a:t>
            </a:r>
            <a:r>
              <a:rPr kumimoji="0" lang="pt-PT" sz="1400" b="0" i="1" u="none" strike="noStrike" kern="1200" cap="none" spc="-2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pt-PT" sz="800" dirty="0" err="1"/>
              <a:t>Lorem</a:t>
            </a:r>
            <a:r>
              <a:rPr lang="pt-PT" sz="800" dirty="0"/>
              <a:t> </a:t>
            </a:r>
            <a:r>
              <a:rPr lang="pt-PT" sz="800" dirty="0" err="1"/>
              <a:t>Ipsum</a:t>
            </a:r>
            <a:endParaRPr lang="pt-PT" sz="800" i="1" noProof="0" dirty="0">
              <a:latin typeface="+mj-lt"/>
            </a:endParaRPr>
          </a:p>
        </p:txBody>
      </p:sp>
      <p:sp>
        <p:nvSpPr>
          <p:cNvPr id="5" name="Marcador de Posição da Imagem 4">
            <a:extLst>
              <a:ext uri="{FF2B5EF4-FFF2-40B4-BE49-F238E27FC236}">
                <a16:creationId xmlns:a16="http://schemas.microsoft.com/office/drawing/2014/main" id="{8168A064-7887-C72B-907D-72C82818B3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F0B84192-4448-EA57-638D-97B09D8493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1" name="Marcador de Posição da Imagem 10">
            <a:extLst>
              <a:ext uri="{FF2B5EF4-FFF2-40B4-BE49-F238E27FC236}">
                <a16:creationId xmlns:a16="http://schemas.microsoft.com/office/drawing/2014/main" id="{9D6AF8BD-E1B0-ACA2-C0E9-0CED6ABD7B0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0783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4867526_TF11332249.potx" id="{2DC5C8C3-A5A7-4BF8-ABEC-5791914E38E5}" vid="{F72877C7-99CE-43FE-90FB-094C5969D46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702B2B70DF8244ACC1D36A81DEE708" ma:contentTypeVersion="0" ma:contentTypeDescription="Criar um novo documento." ma:contentTypeScope="" ma:versionID="44488cafb9ae5b5bcd30bed4265f068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e5dd87df735ef3b463c673a61c2ee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B9FE9E-4225-43A8-A8C9-61BAE9CED6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980E7B-C059-4D34-853C-1602B237F88A}"/>
</file>

<file path=customXml/itemProps3.xml><?xml version="1.0" encoding="utf-8"?>
<ds:datastoreItem xmlns:ds="http://schemas.openxmlformats.org/officeDocument/2006/customXml" ds:itemID="{BD0E37F7-73A9-4D3D-9C26-F85A847C247A}">
  <ds:schemaRefs>
    <ds:schemaRef ds:uri="http://schemas.microsoft.com/office/2006/metadata/properties"/>
    <ds:schemaRef ds:uri="http://schemas.microsoft.com/office/infopath/2007/PartnerControls"/>
    <ds:schemaRef ds:uri="ef88797d-310b-4d46-ad9c-0c23fa0c8d45"/>
    <ds:schemaRef ds:uri="cb5242f5-6a79-4c2e-9c50-6afc96186684"/>
    <ds:schemaRef ds:uri="5b6f888f-ab07-4640-979a-5e49daa2b21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do Office</Template>
  <TotalTime>150</TotalTime>
  <Words>49</Words>
  <Application>Microsoft Macintosh PowerPoint</Application>
  <PresentationFormat>Papel Letter (216 x 279 mm)</PresentationFormat>
  <Paragraphs>26</Paragraphs>
  <Slides>1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Tahoma</vt:lpstr>
      <vt:lpstr>Tema do Office</vt:lpstr>
      <vt:lpstr>Projeto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TicketHub</dc:title>
  <dc:creator>João Leitão</dc:creator>
  <cp:lastModifiedBy>Miguel Alexandre Caroço Ferreira Romão</cp:lastModifiedBy>
  <cp:revision>20</cp:revision>
  <dcterms:created xsi:type="dcterms:W3CDTF">2022-01-17T10:11:43Z</dcterms:created>
  <dcterms:modified xsi:type="dcterms:W3CDTF">2024-12-13T10:26:11Z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0x0101006A702B2B70DF8244ACC1D36A81DEE708</vt:lpwstr>
  </property>
  <property fmtid="{D5CDD505-2E9C-101B-9397-08002B2CF9AE}" pid="3" name="MediaServiceImageTags">
    <vt:lpwstr/>
  </property>
</Properties>
</file>